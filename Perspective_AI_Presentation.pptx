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Perspective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C8C8C8"/>
                </a:solidFill>
              </a:defRPr>
            </a:pPr>
            <a:r>
              <a:t>Multi-Agent Debate System</a:t>
            </a:r>
            <a:br/>
            <a:r>
              <a:t>for Evidence-Based Policy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3366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🤔 Policy decisions often ignore important perspectives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📊 Single-perspective analysis misses critical tradeoffs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🔍 Hard to understand how different stakeholders view same issue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❌ No systematic way to synthesize multifaceted evidence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3366"/>
                </a:solidFill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✅ Generate debates from 19 professional perspectives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✅ Each persona retrieves role-specific evidence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✅ Dynamic debate with personas responding to each other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✅ Evidence-based reasoning, not generic templates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✅ Understand all tradeoffs before policy decisions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3366"/>
                </a:solidFill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1️⃣ User asks policy question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2️⃣ System selects relevant personas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3️⃣ Each persona retrieves role-specific evidence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4️⃣ 5-round debate unfolds (Opening → Rebuttal → Counterpoint → Compromise → Pragmatic)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5️⃣ Output structured analysis with evidence, reasoning, and conclusions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3366"/>
                </a:solidFill>
              </a:defRPr>
            </a:pPr>
            <a: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472C4"/>
                </a:solidFill>
              </a:defRPr>
            </a:pPr>
            <a:r>
              <a:t>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Evidence-Based: Each persona gets different evidence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19 Perspectives: 5 core + 14 extended roles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Dynamic Debate: Personas respond to each other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Azure Search: Two-index architecture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Multiple LLMs: Azure OpenAI, DeepSeek, GitHub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18872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472C4"/>
                </a:solidFill>
              </a:defRPr>
            </a:pPr>
            <a:r>
              <a:t>Technical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64592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Real-Time Streaming: Watch debate unfold live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Easy Customization: Edit JSON files to add evidence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Web &amp; CLI: Interactive UI or command-line automation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Offline Mode: Works without LLM (fallback reasoning)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Export JSON: Download complete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3366"/>
                </a:solidFill>
              </a:defRPr>
            </a:pPr>
            <a:r>
              <a:t>19 Professional Perspectives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472C4"/>
                </a:solidFill>
              </a:defRPr>
            </a:pPr>
            <a:r>
              <a:t>Core &amp; Selected Extended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💰 Financial Analyst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🌍 Sustainability Consultant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🏗️ Infrastructure Designer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👥 Community Member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🛍️ Retailer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🏥 Public Health Official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🚌 Transportation Engineer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🌱 Climate Scientist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⚖️ Equity Advocate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18872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472C4"/>
                </a:solidFill>
              </a:defRPr>
            </a:pPr>
            <a:r>
              <a:t>Extended Roles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64592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🏠 Real Estate Developer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📊 Data Scientist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🤝 Community Organizer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💡 Tech Entrepreneur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📋 Policy Advocate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👨‍⚕️ Social Worker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👮 Law Enforcement Officer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📰 Media Representative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🎨 Cultural &amp; Senior Advocates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3366"/>
                </a:solidFill>
              </a:defRPr>
            </a:pPr>
            <a:r>
              <a:t>Evidence-Driven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🎯 Financial Analyst searches for: revenue, costs, efficiency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🌳 Sustainability Consultant searches for: emissions, climate, air quality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👨‍👩‍👧‍👦 Community Member searches for: fairness, equity, accessibility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🚗 Infrastructure Designer searches for: transit, design, mobility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🛍️ Retailer searches for: sales, business impact, operations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✨ Different evidence → Different conclusions → Multifaceted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3366"/>
                </a:solidFill>
              </a:defRPr>
            </a:pPr>
            <a:r>
              <a:t>Demo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📹 Watch live debate stream in real-time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🔍 See which evidence each persona retrieved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💭 Review unique reasoning from each perspective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📊 Compare conclusions and identify key tensions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⬇️ Export complete analysis to JSON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3366"/>
                </a:solidFill>
              </a:defRPr>
            </a:pPr>
            <a:r>
              <a:t>Example: Congestion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💰 Financial Analyst: 'Conditional support - revenue offsets costs'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🌍 Sustainability Consultant: 'Strong support - reduces emissions 15-25%'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👥 Community Member: 'Oppose without protections - inequitable'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🏗️ Infrastructure Designer: 'Support if coordinated with transit'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🛍️ Retailer: 'Conditional - need implementation timeline'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🎯 Final Synthesis: Complex tradeoffs, not simple yes/no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3366"/>
                </a:solidFill>
              </a:defRPr>
            </a:pPr>
            <a:r>
              <a:t>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472C4"/>
                </a:solidFill>
              </a:defRPr>
            </a:pPr>
            <a:r>
              <a:t>Organizational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Policy Analysis: Understand stakeholder perspectives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Public Engagement: Communicate balanced policy view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Decision Support: Evidence-based recommendations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Research: Study how expertise domains view issues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18872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472C4"/>
                </a:solidFill>
              </a:defRPr>
            </a:pPr>
            <a:r>
              <a:t>Individual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64592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Education: Learn about policy nuance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Stakeholder Management: Show you understand all concerns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Risk Analysis: Identify key tensions early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Strategic Planning: Make informed decisions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3366"/>
                </a:solidFill>
              </a:defRPr>
            </a:pPr>
            <a:r>
              <a:t>Why Two Azure Search Indexes?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🎭 Index 1: Personas (metadata about 19 perspectives)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   → Used for: Persona initialization, attribute lookup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📚 Index 2: Evidence (policy documents, research, case studies)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   → Used for: Role-specific evidence retrieval during debate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✨ Result: Financial Analyst gets economic docs, not sustainability docs!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3366"/>
                </a:solidFill>
              </a:defRPr>
            </a:pPr>
            <a:r>
              <a:t>Easy Customization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📝 Edit data/evidence.json to add policy research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🤖 Edit data/personas.json to add new professional roles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⬆️ Run: python scripts/upload_evidence.py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🚀 System automatically uses updated evidence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🔄 Repeat as often as needed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3366"/>
                </a:solidFill>
              </a:defRPr>
            </a:pPr>
            <a:r>
              <a:t>Quick Start (3 Minutes)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1. Set Azure environment variables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2. Run: python scripts/setup_evidence_index.py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3. Run: python scripts/upload_evidence.py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4. Run: python web.py --real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5. Open: http://127.0.0.1:5000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6. Ask a policy question and watch the debate!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3366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472C4"/>
                </a:solidFill>
              </a:defRPr>
            </a:pPr>
            <a:r>
              <a:t>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🐍 Python (backend reasoning)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⚡ Flask (REST API)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🔍 Azure Search (evidence retrieval)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🤖 Multiple LLMs (reasoning)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18872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472C4"/>
                </a:solidFill>
              </a:defRPr>
            </a:pPr>
            <a:r>
              <a:t>Frontend &amp;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64592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⚛️ React 18 (web UI)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🌐 WebSocket (live streaming)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📊 JSON data (personas, evidence)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☁️ Cloud-native (Azure, GitHub Models)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3366"/>
                </a:solidFill>
              </a:defRPr>
            </a:pPr>
            <a:r>
              <a:t>Expected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✅ Structured JSON with complete debate history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✅ Evidence citations for each persona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✅ Reasoning chains showing how conclusions were reached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✅ Confidence scores for each position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✅ Key risks and tensions identified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✅ Final synthesis recommending balanced policy approach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3366"/>
                </a:solidFill>
              </a:defRPr>
            </a:pPr>
            <a:r>
              <a:t>Key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💡 Evidence matters - Different data → Different conclusions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💡 Dynamic debate - Personas respond to each other, not isolated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💡 Multiple perspectives - 19 viewpoints capture real complexity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💡 Balanced output - Shows tensions, not false consensus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💡 Customizable - Add your own evidence and personas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3366"/>
                </a:solidFill>
              </a:defRPr>
            </a:pPr>
            <a:r>
              <a:t>Before vs After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472C4"/>
                </a:solidFill>
              </a:defRPr>
            </a:pPr>
            <a:r>
              <a:t>Traditional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❌ Single generic analysis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❌ All stakeholders get same perspective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❌ No evidence shown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❌ Hard to customize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❌ Time-consuming manual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18872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472C4"/>
                </a:solidFill>
              </a:defRPr>
            </a:pPr>
            <a:r>
              <a:t>Perspective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64592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✅ 19 unique perspectives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✅ Each gets role-specific evidence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✅ All citations included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✅ Edit JSON, re-upload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✅ Automated, repeatable system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Ready to Explore Multifaceted Policy Analysis?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C8C8C8"/>
                </a:solidFill>
              </a:defRPr>
            </a:pPr>
            <a:r>
              <a:t>Try Perspective AI today</a:t>
            </a:r>
            <a:br/>
            <a:r>
              <a:t>Visit: GitHub repository</a:t>
            </a:r>
            <a:br/>
            <a:r>
              <a:t>Questions? Contact us!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